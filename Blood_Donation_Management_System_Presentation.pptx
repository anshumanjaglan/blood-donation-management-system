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48640"/>
            <a:ext cx="4389120" cy="365760"/>
          </a:xfrm>
          <a:prstGeom prst="roundRect">
            <a:avLst/>
          </a:prstGeom>
          <a:solidFill>
            <a:srgbClr val="991B1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9436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(BATCH 2023 - 2027)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DONATION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Healthcare Requisition, Smart Compatibility Matching &amp; Real-Time Inventory Tracking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0698480" cy="7315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 &amp; Engineering (ITE)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212080" cy="25603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DEVELOPERS &amp; TEAM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Anshuman Jaglan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(Roll No: 01614813123)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Role: Team Lead &amp; Full Stack Architecture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Harsh Solanki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(Roll No: 01514813123)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Role: Backend &amp; Database Management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Umesh Kumar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(Roll No: 01314813123)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Role: Frontend UI &amp; Compatibility 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212080" cy="25603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SUPERVISION &amp; GUIDANCE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20624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Sapna Gupta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Teacher: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Pawan Sharma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Department (HOD):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Bhoomi Gupta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Clinical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FE5E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CHALLENGE: Blood is a perishable, non-substitutable resource with zero synthetic alternatives. In emergencies, minutes decide between life and death.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Information Fragmentation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stocks are isolated in disparate hospitals and private blood banks with zero real-time sync.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Emergency Bottlenecks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337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relatives must make frantic phone calls and unverified social media posts during critical trauma.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17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Donor Inaccessibility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98348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smart algorithmic mechanism to match compatible ABO/Rh donors located in geographic proximity.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617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Manual Record Inefficiencies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98348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and Excel registers cause errors in expiry tracking, deferral status, and inventory audits.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Target Capabilities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594360" cy="594360"/>
          </a:xfrm>
          <a:prstGeom prst="round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54480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Web-Based Registry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digital management of blood donors, hospital requisitions, and central inventory.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77440"/>
            <a:ext cx="594360" cy="594360"/>
          </a:xfrm>
          <a:prstGeom prst="round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14600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Inventory Ticker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monitoring of 8 blood groups (A+, A-, B+, B-, AB+, AB-, O+, O-) with Safe/Low/Critical threshold alerts.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37560"/>
            <a:ext cx="594360" cy="594360"/>
          </a:xfrm>
          <a:prstGeom prst="round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74720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Compatibility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matching matching universal donors (O-) and exact matches with spatial city proximity scoring.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1605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297680"/>
            <a:ext cx="594360" cy="594360"/>
          </a:xfrm>
          <a:prstGeom prst="round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34840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4343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24x7 Emergency Priority Queue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4617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requisition facility with instant alerts, broadcast notifications, and live milestone tracking.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257800"/>
            <a:ext cx="594360" cy="594360"/>
          </a:xfrm>
          <a:prstGeom prst="roundRect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394960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45920" y="5303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Admin Dashboard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45920" y="5577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Chart.js visualizations, stock increment/decrement steppers, and CSV audit reports.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with SDGs &amp; Program Outcomes (POs / PSOs)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DEVELOPMENT GOALS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3: Good Health and Well-Being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supports target 3.8 and 3.6 by reducing delays in locating compatible blood units and saving lives during surgical trauma and childbirth emergencies.
</a:t>
            </a:r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9: Industry, Innovation &amp; Infrastructure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modern cloud software engineering to build resilient, decentralized healthcare digital infrastructure accessible to all citizens.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PROGRAM OUTCOMES (POs &amp; PSOs)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PO1 (Engineering Knowledge):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architecture &amp; relational database normalization.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PO2 (Problem Analysis):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Formulated algorithmic solution for emergency blood search latency.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PO3 (Design/Development):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safe stock thresholds and medical donor screening.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PO5 (Modern Tool Usage):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Express, Chart.js, Git, Docker, and REST APIs.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PO6 &amp; PO8 (Society &amp; Ethics):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social welfare impact with strict donor confidentiality.
</a:t>
            </a:r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PSO1: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information system engineering.
</a:t>
            </a:r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PSO2 &amp; PSO3: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web application utilizing modern computing tools.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 Stack Justification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Client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 Healthcare Theme, Vanilla ES6+ JavaScript, Chart.js Visualizations. Zero client-side framework overhead for maximum mobile responsiveness.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Application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108960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Express.js RESTful Micro-Routing. Asynchronous non-blocking event-driven loop handles concurrent emergency requisitions with near-zero latency.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Algorithm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ABO/Rh Transfusion Engine &amp; Proximity Scoring (services/matchingService.js). Automatic compatibility ranking and distance evaluation.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57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Persistence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577840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Dual-Database Architecture: MySQL relational schema (database.sql) with ACID compliance + Auto-fallback zero-config embedded storage for viva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&amp; Relational Modeling (3NF)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blood_inventory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id | UK: blood_group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units_available, safe_threshold, critical_threshold, last_updated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donors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full_name, blood_group, age, phone, city, is_available, status, last_donation_date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blood_requests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id | UK: request_code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patient_name, blood_group, units_needed, hospital_name, is_emergency, status, fulfillment_source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9718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donations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id | FK: donor_id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374904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donor_name, blood_group, units_donated, donation_date, camp_or_hospital, hemoglobin_level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hospitals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074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id | UK: license_number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534924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name, license_number, city, address, contact_person, phone, email, status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admins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5074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 id | UK: username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34924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username, password (hashed), name, email, role, created_at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ABO/Rh Compatibility &amp; Matching Logic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TRANSFUSION COMPATIBILITY MATRIX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O- (Universal Donor):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donate red cells to all 8 blood groups (A+, A-, B+, B-, AB+, AB-, O+, O-).
</a:t>
            </a:r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AB+ (Universal Recipient):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safely receive red cells from any donor blood group.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Rh-D Antigen Rule: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Rh-negative individuals can only receive Rh-negative blood; Rh-positive can receive either positive or negative blood.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MATCHING SCORING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Base(50) + BloodBonus + ProximityBonus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Blood Compatibility Weight: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Exact Blood Group Match: +30 Points
   • Clinically Compatible Alternative: +15 Points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Spatial Proximity Weight: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Exact City Match: +20 Points
   • Nearby District/Region: +10 Points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Availability Filter:
</a:t>
            </a:r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Requires is_available = TRUE and status = Active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Modules &amp; User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Stock Counter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interactive cards for all 8 blood groups with Safe, Low, and Critical threshold alerts.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Smart Donor Matcher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compatibility calculation and one-click contact via Phone, WhatsApp, and Email.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Donor Onboarding &amp; Pass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103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pre-screening criteria (age 18-65, weight &gt;= 50kg, 90-day gap) and digital printable Donor Card.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Emergency Requisition Queue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priority flag triggering critical red banner notifications across the hospital network.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749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Live Request Tracker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89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visual milestone progress tracking (Submitted -&gt; Verified -&gt; Dispatched -&gt; Fulfilled).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3749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Hospital Network Portal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389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portal for verified clinics and bulk emergency surgical requisitions.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Administrator Dashboard &amp; Live Telemetry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Medical Administrator: Dr. Anshuman Jaglan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Secured credential authentication (admin / password123) with role-based session control.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Dynamic Telemetry &amp; Memory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19659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sync simulation creates realistic hospital intakes, donor registrations, and persistent memory saves.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Chart.js Visualizations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5661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blood stock distribution bar chart + request fulfillment doughnut chart.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Unit Steppers &amp; Camp Logging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35661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+/- steppers for stock adjustments and walk-in donation camp collection records.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Fulfillment &amp; Donor Assignment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51663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Dispense directly from blood bank stock (auto-deducts units) or match registered voluntary donors.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5720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Export for Viva Defense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51663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CSV export for donor rosters, inventory audit sheets, and print-ready layout.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Verification, Automated Tests &amp; Live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SANITY TEST SUITE RESULTS: 9 PASSED / 0 FAILED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Server Health Check (/health)
✓ Inventory Retrieval (8 Blood Groups)
✓ Donor Registration &amp; Age Validation
</a:t>
            </a:r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ABO/Rh Compatibility Logic (O- Universal)
✓ Blood Request Submission (REQ-Code)
✓ Live Milestone Request Tracking
</a:t>
            </a:r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Stock Deduction &amp; Fulfillment Workflow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Administrator Auth &amp; Token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Dynamic Telemetry &amp; KPI Calculations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 &amp; ACCESSIBILITY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Production Cloud Hosting (Render.com):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Containerized with Docker (Node 20-Alpine) with automated GitHub CI/CD integration.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Live Public Internet Tunnel (Localtunnel):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Instant public HTTPS accessibility across mobile devices and examiners anywhere worldwide.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Offline Lab Viva Deployment: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Zero-config 1-click execution via run-server.bat and share-online.bat scripts.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2023-2027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Impact Achieved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blood search, slashed emergency response time from hours to seconds, and enabled seamless coordination between donors, banks, and hospitals.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SMS / WhatsApp Gateway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Twilio or WhatsApp Cloud API for automated geolocation broadcasts to nearby eligible donors.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Cold-Chain Storage Monitoring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smart IoT temperature sensors to automatically monitor blood bag refrigeration and discard expired units.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City-Wide Blood Network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the platform across all regional government and private hospitals under National Health Mission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Viva Voce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0698480" cy="3474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834640"/>
            <a:ext cx="10149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Donation Management System — Minor Project Evaluation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Anshuman Jaglan (Roll No: 01614813123) — Phone: +91 9466291852 | jaglananshuman@gmail.com
• Harsh Solanki (Roll No: 01514813123)
• Umesh Kumar (Roll No: 01314813123)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College:
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 &amp; Engineering (ITE)
Maharaja Agrasen Institute of Technology (MAIT) | Batch 2023 - 2027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Thanks &amp; Gratitude:
</a:t>
            </a:r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Sapna Gupta (Project Guide) • Mr. Pawan Sharma (Mentor) • Dr. Bhoomi Gupta (HOD)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MAIT, Department of 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Donation Management System - Minor Project</dc:title>
  <dc:subject>PptxGenJS Presentation</dc:subject>
  <dc:creator>Anshuman Jaglan, Harsh Solanki, Umesh Kumar</dc:creator>
  <cp:lastModifiedBy>Anshuman Jaglan, Harsh Solanki, Umesh Kumar</cp:lastModifiedBy>
  <cp:revision>1</cp:revision>
  <dcterms:created xsi:type="dcterms:W3CDTF">2026-09-11T19:35:41Z</dcterms:created>
  <dcterms:modified xsi:type="dcterms:W3CDTF">2026-09-11T19:35:41Z</dcterms:modified>
</cp:coreProperties>
</file>
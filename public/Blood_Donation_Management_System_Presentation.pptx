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Traditional System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Donor Search</c:v>
                  </c:pt>
                  <c:pt idx="1">
                    <c:v>Stock Audit</c:v>
                  </c:pt>
                  <c:pt idx="2">
                    <c:v>Hospital Coord.</c:v>
                  </c:pt>
                  <c:pt idx="3">
                    <c:v>Total Response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60</c:v>
                </c:pt>
                <c:pt idx="2">
                  <c:v>90</c:v>
                </c:pt>
                <c:pt idx="3">
                  <c:v>270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RaktDaan Platform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Donor Search</c:v>
                  </c:pt>
                  <c:pt idx="1">
                    <c:v>Stock Audit</c:v>
                  </c:pt>
                  <c:pt idx="2">
                    <c:v>Hospital Coord.</c:v>
                  </c:pt>
                  <c:pt idx="3">
                    <c:v>Total Response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0.5</c:v>
                </c:pt>
                <c:pt idx="2">
                  <c:v>6</c:v>
                </c:pt>
                <c:pt idx="3">
                  <c:v>8.5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 Available Units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A+</c:v>
                  </c:pt>
                  <c:pt idx="1">
                    <c:v>A-</c:v>
                  </c:pt>
                  <c:pt idx="2">
                    <c:v>B+</c:v>
                  </c:pt>
                  <c:pt idx="3">
                    <c:v>B-</c:v>
                  </c:pt>
                  <c:pt idx="4">
                    <c:v>AB+</c:v>
                  </c:pt>
                  <c:pt idx="5">
                    <c:v>AB-</c:v>
                  </c:pt>
                  <c:pt idx="6">
                    <c:v>O+</c:v>
                  </c:pt>
                  <c:pt idx="7">
                    <c:v>O-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24</c:v>
                </c:pt>
                <c:pt idx="1">
                  <c:v>8</c:v>
                </c:pt>
                <c:pt idx="2">
                  <c:v>32</c:v>
                </c:pt>
                <c:pt idx="3">
                  <c:v>6</c:v>
                </c:pt>
                <c:pt idx="4">
                  <c:v>15</c:v>
                </c:pt>
                <c:pt idx="5">
                  <c:v>4</c:v>
                </c:pt>
                <c:pt idx="6">
                  <c:v>42</c:v>
                </c:pt>
                <c:pt idx="7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Safe Threshold Level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A+</c:v>
                  </c:pt>
                  <c:pt idx="1">
                    <c:v>A-</c:v>
                  </c:pt>
                  <c:pt idx="2">
                    <c:v>B+</c:v>
                  </c:pt>
                  <c:pt idx="3">
                    <c:v>B-</c:v>
                  </c:pt>
                  <c:pt idx="4">
                    <c:v>AB+</c:v>
                  </c:pt>
                  <c:pt idx="5">
                    <c:v>AB-</c:v>
                  </c:pt>
                  <c:pt idx="6">
                    <c:v>O+</c:v>
                  </c:pt>
                  <c:pt idx="7">
                    <c:v>O-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10</c:v>
                </c:pt>
                <c:pt idx="1">
                  <c:v>8</c:v>
                </c:pt>
                <c:pt idx="2">
                  <c:v>12</c:v>
                </c:pt>
                <c:pt idx="3">
                  <c:v>8</c:v>
                </c:pt>
                <c:pt idx="4">
                  <c:v>8</c:v>
                </c:pt>
                <c:pt idx="5">
                  <c:v>6</c:v>
                </c:pt>
                <c:pt idx="6">
                  <c:v>15</c:v>
                </c:pt>
                <c:pt idx="7">
                  <c:v>10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Critical Shortage Level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A+</c:v>
                  </c:pt>
                  <c:pt idx="1">
                    <c:v>A-</c:v>
                  </c:pt>
                  <c:pt idx="2">
                    <c:v>B+</c:v>
                  </c:pt>
                  <c:pt idx="3">
                    <c:v>B-</c:v>
                  </c:pt>
                  <c:pt idx="4">
                    <c:v>AB+</c:v>
                  </c:pt>
                  <c:pt idx="5">
                    <c:v>AB-</c:v>
                  </c:pt>
                  <c:pt idx="6">
                    <c:v>O+</c:v>
                  </c:pt>
                  <c:pt idx="7">
                    <c:v>O-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4</c:v>
                </c:pt>
                <c:pt idx="1">
                  <c:v>3</c:v>
                </c:pt>
                <c:pt idx="2">
                  <c:v>5</c:v>
                </c:pt>
                <c:pt idx="3">
                  <c:v>3</c:v>
                </c:pt>
                <c:pt idx="4">
                  <c:v>3</c:v>
                </c:pt>
                <c:pt idx="5">
                  <c:v>2</c:v>
                </c:pt>
                <c:pt idx="6">
                  <c:v>6</c:v>
                </c:pt>
                <c:pt idx="7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Units (Whole Blood 350-450ml)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Requests Breakdown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Pt>
            <c:idx val="3"/>
            <c:bubble3D val="0"/>
            <c:spPr>
              <a:solidFill>
                <a:srgbClr val="8B5CF6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Fulfilled From Stock</c:v>
                </c:pt>
                <c:pt idx="1">
                  <c:v>Pending Normal</c:v>
                </c:pt>
                <c:pt idx="2">
                  <c:v>Emergency Critical</c:v>
                </c:pt>
                <c:pt idx="3">
                  <c:v>Donor Matched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48</c:v>
                </c:pt>
                <c:pt idx="1">
                  <c:v>18</c:v>
                </c:pt>
                <c:pt idx="2">
                  <c:v>14</c:v>
                </c:pt>
                <c:pt idx="3">
                  <c:v>20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Voluntary Camp Donations</c:v>
                </c:pt>
              </c:strCache>
            </c:strRef>
          </c:tx>
          <c:spPr>
            <a:solidFill>
              <a:srgbClr val="DC2626"/>
            </a:solidFill>
            <a:ln w="25400" cap="flat">
              <a:solidFill>
                <a:srgbClr val="DC26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C2626"/>
              </a:solidFill>
              <a:ln w="9525" cap="flat">
                <a:solidFill>
                  <a:srgbClr val="DC26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58</c:v>
                </c:pt>
                <c:pt idx="2">
                  <c:v>74</c:v>
                </c:pt>
                <c:pt idx="3">
                  <c:v>65</c:v>
                </c:pt>
                <c:pt idx="4">
                  <c:v>89</c:v>
                </c:pt>
                <c:pt idx="5">
                  <c:v>112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Hospital Requisitions</c:v>
                </c:pt>
              </c:strCache>
            </c:strRef>
          </c:tx>
          <c:spPr>
            <a:solidFill>
              <a:srgbClr val="2563EB"/>
            </a:solidFill>
            <a:ln w="2540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Apr</c:v>
                  </c:pt>
                  <c:pt idx="1">
                    <c:v>May</c:v>
                  </c:pt>
                  <c:pt idx="2">
                    <c:v>Jun</c:v>
                  </c:pt>
                  <c:pt idx="3">
                    <c:v>Jul</c:v>
                  </c:pt>
                  <c:pt idx="4">
                    <c:v>Aug</c:v>
                  </c:pt>
                  <c:pt idx="5">
                    <c:v>Sep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</c:v>
                </c:pt>
                <c:pt idx="1">
                  <c:v>52</c:v>
                </c:pt>
                <c:pt idx="2">
                  <c:v>68</c:v>
                </c:pt>
                <c:pt idx="3">
                  <c:v>62</c:v>
                </c:pt>
                <c:pt idx="4">
                  <c:v>81</c:v>
                </c:pt>
                <c:pt idx="5">
                  <c:v>98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411480"/>
            <a:ext cx="4389120" cy="347472"/>
          </a:xfrm>
          <a:prstGeom prst="roundRect">
            <a:avLst/>
          </a:prstGeom>
          <a:solidFill>
            <a:srgbClr val="991B1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457200"/>
            <a:ext cx="43891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MINOR PROJECT (BATCH 2023 - 2027)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DONATION</a:t>
            </a:r>
            <a:endParaRPr lang="en-US" sz="32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MANAGEMENT SYSTEM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6400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Healthcare Information Infrastructure, Real-Time Inventory Control &amp; Automated Matching</a:t>
            </a:r>
            <a:endParaRPr lang="en-US" sz="1100" dirty="0"/>
          </a:p>
        </p:txBody>
      </p:sp>
      <p:pic>
        <p:nvPicPr>
          <p:cNvPr id="7" name="Image 0" descr="C:\Users\jagla\OneDrive\Documents\Blood Donation Management System - Minor Project\public\images\hero_la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411480"/>
            <a:ext cx="4389120" cy="24688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315200" y="411480"/>
            <a:ext cx="4389120" cy="2468880"/>
          </a:xfrm>
          <a:prstGeom prst="roundRect">
            <a:avLst/>
          </a:prstGeom>
          <a:ln w="25400">
            <a:solidFill>
              <a:srgbClr val="EF444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2606040"/>
            <a:ext cx="11064240" cy="640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7157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MAHARAJA AGRASEN INSTITUTE OF TECHNOLOGY (MAIT)  |  DEPARTMENT OF ITE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22960" y="29718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Affiliated to GGSIPU, Delhi  •  Approved by AICTE  •  Accredited by NBA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40080" y="3429000"/>
            <a:ext cx="5394960" cy="2880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358444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71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DEVELOPERS &amp; CONTRIBUTORS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22960" y="3822192"/>
            <a:ext cx="5029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Anshuman Jaglan </a:t>
            </a:r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(Roll No: 01614813123)
</a:t>
            </a:r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Team Lead &amp; Full Stack Architecture
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📞 +91 9466291852  |  ✉️ jaglananshuman@gmail.com
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Harsh Solanki </a:t>
            </a:r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(Roll No: 01514813123)
</a:t>
            </a:r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Backend &amp; Database Management
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Umesh Kumar </a:t>
            </a:r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(Roll No: 01314813123)
</a:t>
            </a:r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Frontend UI &amp; Compatibility Logic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309360" y="3429000"/>
            <a:ext cx="5394960" cy="28803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92240" y="358444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SUPERVISION &amp; MENTORSHIP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92240" y="3822192"/>
            <a:ext cx="50292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Guide:
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Sapna Gupta
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 Professor, Department of ITE, MAIT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 Teacher:
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Mr. Pawan Sharma
</a:t>
            </a:r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 Professor, Department of ITE, MAIT
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Department (HOD):
</a:t>
            </a:r>
            <a:pPr indent="0" marL="0">
              <a:buNone/>
            </a:pPr>
            <a:r>
              <a:rPr lang="en-US" sz="125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Bhoomi Gupta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MINOR PROJECT PRESENTATION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38404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Statement: Emergency Response Latency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6400800"/>
            <a:ext cx="9144000" cy="4572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Maharaja Agrasen Institute of Technology (MAIT) | Department of ITE | Batch 2023 - 2027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0" y="6510528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RaktDaan Healthcare Platform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128016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5087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HEALTHCARE CRISIS &amp; BOTTLENECK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Perishable Nature: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 blood lasts only 35-42 days with zero synthetic substitutes.
</a:t>
            </a:r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 Black Hole: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 85% of blood banks maintain siloed registers. Relatives make frantic phone calls during trauma, cardiac surgeries, and maternal hemorrhages.
</a:t>
            </a:r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Latency: </a:t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acquisition averages 3 to 5 hours (270 minutes), leading to preventable clinical mortality.
</a:t>
            </a:r>
            <a:pPr indent="0" marL="0">
              <a:buNone/>
            </a:pPr>
            <a:r>
              <a:rPr lang="en-US" sz="12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RaktDaan Platform Solution: 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donor matching &amp; live stock telemetry slashes response time to 8.5 minutes (97% latency reduction).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5087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BENCHMARK: Search Latency (Minutes)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6400800" y="1920240"/>
          <a:ext cx="48463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MINOR PROJECT PRESENTATION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38404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Blood Bank Live Inventory Distribution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6400800"/>
            <a:ext cx="9144000" cy="4572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Maharaja Agrasen Institute of Technology (MAIT) | Department of ITE | Batch 2023 - 2027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0" y="6510528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RaktDaan Healthcare Platform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1234440"/>
            <a:ext cx="10698480" cy="8229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417320"/>
            <a:ext cx="101498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audit across all 8 standard ABO and Rh(D) blood groups with automated Safe, Low, and Critical threshold monitoring.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31520" y="2240280"/>
          <a:ext cx="106984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MINOR PROJECT PRESENTATION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38404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City Healthcare Logistics &amp; Multi-Tier Architecture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6400800"/>
            <a:ext cx="9144000" cy="4572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Maharaja Agrasen Institute of Technology (MAIT) | Department of ITE | Batch 2023 - 2027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0" y="6510528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RaktDaan Healthcare Platform</a:t>
            </a:r>
            <a:endParaRPr lang="en-US" sz="1000" dirty="0"/>
          </a:p>
        </p:txBody>
      </p:sp>
      <p:pic>
        <p:nvPicPr>
          <p:cNvPr id="9" name="Image 0" descr="C:\Users\jagla\OneDrive\Documents\Blood Donation Management System - Minor Project\public\images\network_gri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5120640" cy="48463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31520" y="1280160"/>
            <a:ext cx="5120640" cy="4846320"/>
          </a:xfrm>
          <a:prstGeom prst="roundRect">
            <a:avLst/>
          </a:prstGeom>
          <a:ln w="25400">
            <a:solidFill>
              <a:srgbClr val="3B82F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217920" y="1280160"/>
            <a:ext cx="5212080" cy="11430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1E40A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0" y="1426464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CLIENT LAYER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6400800" y="1719072"/>
            <a:ext cx="4846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HTML5 Semantic Views • CSS3 Healthcare Design • Vanilla ES6+ JS • Chart.js Real-Time Dashboards • Zero bundle overhead.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217920" y="2514600"/>
            <a:ext cx="5212080" cy="11430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0" y="2660904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REST API ENGINE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400800" y="2953512"/>
            <a:ext cx="4846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&amp; Express.js Non-Blocking Event Loop • Endpoints: /api/inventory, /api/donors, /api/requests, /api/matching, /api/live-sync.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217920" y="3749040"/>
            <a:ext cx="5212080" cy="11430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6653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3895344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SMART MATCHING ENGINE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400800" y="4187952"/>
            <a:ext cx="4846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ABO/Rh Transfusion Matrix • Scoring: Base(50) + Exact(+30) + Proximity(+20) • Dynamic donor ranking.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217920" y="4983480"/>
            <a:ext cx="5212080" cy="114300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0" y="5129784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DUAL PERSISTENCE LAYER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6400800" y="5422392"/>
            <a:ext cx="4846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3NF MySQL Relational Database (database.sql) + Zero-Config Persistent Local Storage Fallback for viva defense.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MINOR PROJECT PRESENTATION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38404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ABO/Rh Compatibility &amp; Scoring Engine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6400800"/>
            <a:ext cx="9144000" cy="4572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Maharaja Agrasen Institute of Technology (MAIT) | Department of ITE | Batch 2023 - 2027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0" y="6510528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RaktDaan Healthcare Platform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5087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TRANSFUSION COMPATIBILITY RULES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1920240"/>
            <a:ext cx="46634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O- (Universal Red Cell Donor): Can donate to all 8 groups (A+, A-, B+, B-, AB+, AB-, O+, O-). Critically needed for emergency trauma resuscitation.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AB+ (Universal Recipient): Possesses both A and B antigens and Rh factor; can safely receive red cells from all 8 blood groups.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O+ (High Demand Group): Can donate to all Rh-positive groups (O+, A+, B+, AB+), covering over 85% of clinical patients in India.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Rh-D Factor Constraints: Rh- individuals can ONLY receive Rh- blood. Transfusing Rh+ causes severe fatal hemolytic reactions.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5087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MATHEMATICAL PROXIMITY &amp; MATCH FORMULATION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92240" y="1920240"/>
            <a:ext cx="466344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= Base(50) + W_blood + W_location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Blood Compatibility Weight (W_blood):
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Exact Blood Group Match: +30 Points
   • Clinically Compatible Alternative: +15 Points
</a:t>
            </a:r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Spatial Proximity Weight (W_location):
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Same City (e.g. Delhi to Delhi): +20 Points
   • Nearby District/Region: +10 Points
   • Other Cities: 0 Points
</a:t>
            </a:r>
            <a:pPr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Clinical Eligibility Gate:
</a:t>
            </a:r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is_available == TRUE and status == "Active"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Age in range [18, 65] years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Last whole blood donation &gt;= 90 days ago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MINOR PROJECT PRESENTATION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38404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Requisition Workflow &amp; Fulfillment Data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6400800"/>
            <a:ext cx="9144000" cy="4572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Maharaja Agrasen Institute of Technology (MAIT) | Department of ITE | Batch 2023 - 2027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0" y="6510528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RaktDaan Healthcare Platform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1371600"/>
          <a:ext cx="512064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6217920" y="137160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9224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4-STEP LIVE MILESTONE TRACKING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92240" y="2103120"/>
            <a:ext cx="466344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75120" y="221284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Intake &amp; Triage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675120" y="2487168"/>
            <a:ext cx="42976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or hospital submits requisition with units needed and emergency priority flag.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492240" y="3063240"/>
            <a:ext cx="466344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675120" y="317296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Medical Verification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675120" y="3447288"/>
            <a:ext cx="42976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or hospital coordinator verifies clinical diagnosis and prescription.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492240" y="4023360"/>
            <a:ext cx="466344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675120" y="413308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Dispatch / Donor Match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675120" y="4407408"/>
            <a:ext cx="42976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Auto-dispense from inventory or algorithmic matching with nearby voluntary donors.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492240" y="4983480"/>
            <a:ext cx="466344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675120" y="509320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Transfusion Fulfilled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675120" y="5367528"/>
            <a:ext cx="42976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received at medical center; inventory stock updated and transaction audited.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MINOR PROJECT PRESENTATION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38404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Donation Drives &amp; Inventory Intake Trends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6400800"/>
            <a:ext cx="9144000" cy="4572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Maharaja Agrasen Institute of Technology (MAIT) | Department of ITE | Batch 2023 - 2027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0" y="6510528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RaktDaan Healthcare Platform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1371600"/>
          <a:ext cx="106984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MINOR PROJECT PRESENTATION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38404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Donor Pass &amp; Smart Mobile Engagement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6400800"/>
            <a:ext cx="9144000" cy="4572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Maharaja Agrasen Institute of Technology (MAIT) | Department of ITE | Batch 2023 - 2027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0" y="6510528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RaktDaan Healthcare Platform</a:t>
            </a:r>
            <a:endParaRPr lang="en-US" sz="1000" dirty="0"/>
          </a:p>
        </p:txBody>
      </p:sp>
      <p:pic>
        <p:nvPicPr>
          <p:cNvPr id="9" name="Image 0" descr="C:\Users\jagla\OneDrive\Documents\Blood Donation Management System - Minor Project\public\images\donor_pass_mobi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5120640" cy="48463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31520" y="1280160"/>
            <a:ext cx="5120640" cy="4846320"/>
          </a:xfrm>
          <a:prstGeom prst="roundRect">
            <a:avLst/>
          </a:prstGeom>
          <a:ln w="25400">
            <a:solidFill>
              <a:srgbClr val="EF444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217920" y="1280160"/>
            <a:ext cx="52120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0" y="1444752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Donor Pass Card (DON-XXXX)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0" y="1755648"/>
            <a:ext cx="4846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verifiable electronic pass generated with official unique identifier and dynamic verification badge.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217920" y="2514600"/>
            <a:ext cx="52120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0" y="2679192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Pre-Screening Medical Checklist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00800" y="2990088"/>
            <a:ext cx="4846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Evaluates age (18-65), body weight (&gt;50kg), hemoglobin level, and last donation interval (&gt;= 90 days).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217920" y="3749040"/>
            <a:ext cx="52120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3913632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Scannable QR Verification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400800" y="4224528"/>
            <a:ext cx="4846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Allows hospital intake coordinators to scan donor credential at emergency triage for instant identity audit.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217920" y="4983480"/>
            <a:ext cx="52120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0" y="5148072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Donation History &amp; Life-Saving Impact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00800" y="5458968"/>
            <a:ext cx="48463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Displays total units contributed, previous donation dates, and next eligibility date.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MINOR PROJECT PRESENTATION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38404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Administrator Dashboard &amp; Live Telemetry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6400800"/>
            <a:ext cx="9144000" cy="4572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Maharaja Agrasen Institute of Technology (MAIT) | Department of ITE | Batch 2023 - 2027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0" y="6510528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RaktDaan Healthcare Platform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1371600"/>
            <a:ext cx="52120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55448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Chief Administrator: Dr. Anshuman Jaglan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47548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administrative authentication with session tokens and secure audit trails.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371600"/>
            <a:ext cx="52120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155448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Dynamic Telemetry &amp; Memory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1965960"/>
            <a:ext cx="47548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Clicking "Refresh Live Data" executes simulation syncing realistic hospital activity while permanently preserving manual edits.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2971800"/>
            <a:ext cx="52120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15468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Chart.js Visualizations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3566160"/>
            <a:ext cx="47548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bar charts for stock levels and doughnut charts for request fulfillment states.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2971800"/>
            <a:ext cx="52120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315468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One-Click Inventory Unit Steppers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3566160"/>
            <a:ext cx="47548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+/- buttons to increment or decrement units for emergency shipments or walk-in camps.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4572000"/>
            <a:ext cx="52120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475488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Fulfillment &amp; Donor Dispatch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" y="5166360"/>
            <a:ext cx="47548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One-click action to dispense directly from blood bank stock (auto-deducts units) or assign registered donors.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4572000"/>
            <a:ext cx="52120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475488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CSV Audit &amp; Viva Exports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46520" y="5166360"/>
            <a:ext cx="47548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One-click export of donor rosters and inventory audits for university examination review.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MINOR PROJECT PRESENTATION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38404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Testing, Verification &amp; Cloud Deployment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6400800"/>
            <a:ext cx="9144000" cy="4572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Maharaja Agrasen Institute of Technology (MAIT) | Department of ITE | Batch 2023 - 2027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0" y="6510528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RaktDaan Healthcare Platform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1280160"/>
            <a:ext cx="10698480" cy="2103120"/>
          </a:xfrm>
          <a:prstGeom prst="roundRect">
            <a:avLst/>
          </a:prstGeom>
          <a:solidFill>
            <a:srgbClr val="DCFCE7"/>
          </a:solidFill>
          <a:ln w="19050">
            <a:solidFill>
              <a:srgbClr val="86EFA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5087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END-TO-END SANITY TEST SUITE: 9 PASSED / 0 FAILED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874520"/>
            <a:ext cx="101498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Server Health Check (/health)
✓ Inventory Stock Queries (All 8 Groups)
✓ Donor Registration &amp; Age Validator (18-65)
</a:t>
            </a:r>
            <a:pPr indent="0" marL="0">
              <a:buNone/>
            </a:pPr>
            <a:r>
              <a:rPr lang="en-US" sz="10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Clinical ABO/Rh Matching Matrix (O- Universal)
✓ Blood Request Code Generation (REQ-XXXX)
✓ Real-Time Multi-Step Request Tracking
</a:t>
            </a:r>
            <a:pPr indent="0" marL="0">
              <a:buNone/>
            </a:pPr>
            <a:r>
              <a:rPr lang="en-US" sz="10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Inventory Direct Stock Deduction Workflow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Chief Admin Authentication &amp;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Live Telemetry Endpoint &amp; Memory Persistence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3566160"/>
            <a:ext cx="3383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7947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Production Cloud (Render.com)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251960"/>
            <a:ext cx="3017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Containerized with Docker (Node.js 20-Alpine) with automated GitHub CI/CD git integration.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89120" y="3566160"/>
            <a:ext cx="3383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0" y="37947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Live Global HTTPS Tunnel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0" y="4251960"/>
            <a:ext cx="3017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live public link (localtunnel) accessible from mobile phones and external browsers worldwide.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46720" y="3566160"/>
            <a:ext cx="338328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0" y="37947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1-Click Lab Scripts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0" y="4251960"/>
            <a:ext cx="301752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Includes run-server.bat, share-online.bat, and present.bat for immediate, zero-lag offline viva presentations.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914400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MINOR PROJECT PRESENTATION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38404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Societal Impact, SDGs &amp; Future Enhancements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0" y="6400800"/>
            <a:ext cx="9144000" cy="4572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6510528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Maharaja Agrasen Institute of Technology (MAIT) | Department of ITE | Batch 2023 - 2027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0" y="6510528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RaktDaan Healthcare Platform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137160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Real-World Impact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103120"/>
            <a:ext cx="46634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blood search, slashed emergency requisition latency from hours to seconds, and bridged donors, hospitals, and blood banks seamlessly.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0" y="137160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64592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65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SDG 3 &amp; 9 Health Compliance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92240" y="2103120"/>
            <a:ext cx="46634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Directly supports WHO and National Health Mission targets by eliminating delays in maternal care, road accident trauma, and dialysis.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1520" y="374904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0233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SMS / WhatsApp Gateway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4480560"/>
            <a:ext cx="46634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with Twilio / WhatsApp Cloud API for automated geolocation broadcasts to nearby eligible voluntary donors.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0" y="3749040"/>
            <a:ext cx="52120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92240" y="40233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IoT Cold-Chain Storage Monitoring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92240" y="4480560"/>
            <a:ext cx="466344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with smart hardware temperature sensors to ensure blood bags maintain 2°C to 6°C cold-chain integrity.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169164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Viva Voce Discussion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2377440"/>
            <a:ext cx="10698480" cy="3749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560320"/>
            <a:ext cx="1014984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Donation Management System — Minor Project Defense
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Team Members:
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Anshuman Jaglan (Roll No: 01614813123)  —  📞 +91 9466291852  |  ✉️ jaglananshuman@gmail.com
• Harsh Solanki (Roll No: 01514813123)
• Umesh Kumar (Roll No: 01314813123)
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&amp; College:
</a:t>
            </a:r>
            <a:pPr indent="0" marL="0">
              <a:buNone/>
            </a:pPr>
            <a:r>
              <a:rPr lang="en-US" sz="120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Department of Information Technology &amp; Engineering (ITE)
Maharaja Agrasen Institute of Technology (MAIT)  |  Batch 2023 - 2027
</a:t>
            </a:r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Mentorship &amp; Gratitude:
</a:t>
            </a:r>
            <a:pPr indent="0" marL="0">
              <a:buNone/>
            </a:pPr>
            <a:r>
              <a:rPr lang="en-US" sz="1200" b="1" dirty="0">
                <a:solidFill>
                  <a:srgbClr val="4ADE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Ms. Sapna Gupta (Project Guide)  •  Mr. Pawan Sharma (Mentor)  •  Dr. Bhoomi Gupta (HOD)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MAIT, Department of ITE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Blood Donation Management System - Minor Project</dc:title>
  <dc:subject>PptxGenJS Presentation</dc:subject>
  <dc:creator>Anshuman Jaglan, Harsh Solanki, Umesh Kumar</dc:creator>
  <cp:lastModifiedBy>Anshuman Jaglan, Harsh Solanki, Umesh Kumar</cp:lastModifiedBy>
  <cp:revision>1</cp:revision>
  <dcterms:created xsi:type="dcterms:W3CDTF">2026-09-11T20:17:12Z</dcterms:created>
  <dcterms:modified xsi:type="dcterms:W3CDTF">2026-09-11T20:17:12Z</dcterms:modified>
</cp:coreProperties>
</file>